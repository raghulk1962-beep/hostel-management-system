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98" r:id="rId4"/>
    <p:sldId id="284" r:id="rId5"/>
    <p:sldId id="288" r:id="rId6"/>
    <p:sldId id="286" r:id="rId7"/>
    <p:sldId id="285" r:id="rId8"/>
    <p:sldId id="293" r:id="rId9"/>
    <p:sldId id="287" r:id="rId10"/>
    <p:sldId id="300" r:id="rId11"/>
    <p:sldId id="301" r:id="rId12"/>
    <p:sldId id="302" r:id="rId13"/>
    <p:sldId id="303" r:id="rId14"/>
    <p:sldId id="304" r:id="rId15"/>
    <p:sldId id="29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FF"/>
    <a:srgbClr val="0000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0CF7B-BE00-406E-BA4A-466A744A45AC}" v="20" dt="2026-05-05T13:54:41.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7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hul K" userId="4c8ad5417d1c0147" providerId="LiveId" clId="{906DC38B-5053-45C7-91C5-4CB4E437FF0F}"/>
    <pc:docChg chg="undo custSel delSld modSld">
      <pc:chgData name="Raghul K" userId="4c8ad5417d1c0147" providerId="LiveId" clId="{906DC38B-5053-45C7-91C5-4CB4E437FF0F}" dt="2026-05-05T13:54:41.321" v="227"/>
      <pc:docMkLst>
        <pc:docMk/>
      </pc:docMkLst>
      <pc:sldChg chg="modSp mod">
        <pc:chgData name="Raghul K" userId="4c8ad5417d1c0147" providerId="LiveId" clId="{906DC38B-5053-45C7-91C5-4CB4E437FF0F}" dt="2026-05-05T13:50:30.756" v="207" actId="20577"/>
        <pc:sldMkLst>
          <pc:docMk/>
          <pc:sldMk cId="0" sldId="257"/>
        </pc:sldMkLst>
        <pc:spChg chg="mod">
          <ac:chgData name="Raghul K" userId="4c8ad5417d1c0147" providerId="LiveId" clId="{906DC38B-5053-45C7-91C5-4CB4E437FF0F}" dt="2026-05-05T13:50:30.756" v="207" actId="20577"/>
          <ac:spMkLst>
            <pc:docMk/>
            <pc:sldMk cId="0" sldId="257"/>
            <ac:spMk id="5122" creationId="{F9E0E9F6-07FB-4789-A990-AC7C5BF54E0F}"/>
          </ac:spMkLst>
        </pc:spChg>
        <pc:spChg chg="mod">
          <ac:chgData name="Raghul K" userId="4c8ad5417d1c0147" providerId="LiveId" clId="{906DC38B-5053-45C7-91C5-4CB4E437FF0F}" dt="2026-05-05T13:50:11.347" v="178" actId="20577"/>
          <ac:spMkLst>
            <pc:docMk/>
            <pc:sldMk cId="0" sldId="257"/>
            <ac:spMk id="5125" creationId="{88983C3B-ED68-4B3B-97F3-18CD59AEFB21}"/>
          </ac:spMkLst>
        </pc:spChg>
      </pc:sldChg>
      <pc:sldChg chg="addSp delSp mod">
        <pc:chgData name="Raghul K" userId="4c8ad5417d1c0147" providerId="LiveId" clId="{906DC38B-5053-45C7-91C5-4CB4E437FF0F}" dt="2026-05-05T13:54:41.321" v="227"/>
        <pc:sldMkLst>
          <pc:docMk/>
          <pc:sldMk cId="0" sldId="273"/>
        </pc:sldMkLst>
        <pc:picChg chg="del">
          <ac:chgData name="Raghul K" userId="4c8ad5417d1c0147" providerId="LiveId" clId="{906DC38B-5053-45C7-91C5-4CB4E437FF0F}" dt="2026-05-05T13:54:38.092" v="226" actId="478"/>
          <ac:picMkLst>
            <pc:docMk/>
            <pc:sldMk cId="0" sldId="273"/>
            <ac:picMk id="3" creationId="{21F8EADB-C06C-49B8-87E3-303324229CEA}"/>
          </ac:picMkLst>
        </pc:picChg>
        <pc:picChg chg="add">
          <ac:chgData name="Raghul K" userId="4c8ad5417d1c0147" providerId="LiveId" clId="{906DC38B-5053-45C7-91C5-4CB4E437FF0F}" dt="2026-05-05T13:54:41.321" v="227"/>
          <ac:picMkLst>
            <pc:docMk/>
            <pc:sldMk cId="0" sldId="273"/>
            <ac:picMk id="1026" creationId="{BBFEF435-967B-EF5D-0BCF-EFD36F1AEC54}"/>
          </ac:picMkLst>
        </pc:picChg>
      </pc:sldChg>
      <pc:sldChg chg="addSp delSp modSp mod">
        <pc:chgData name="Raghul K" userId="4c8ad5417d1c0147" providerId="LiveId" clId="{906DC38B-5053-45C7-91C5-4CB4E437FF0F}" dt="2026-05-05T13:15:50.255" v="17" actId="1076"/>
        <pc:sldMkLst>
          <pc:docMk/>
          <pc:sldMk cId="1901188492" sldId="284"/>
        </pc:sldMkLst>
        <pc:spChg chg="mod">
          <ac:chgData name="Raghul K" userId="4c8ad5417d1c0147" providerId="LiveId" clId="{906DC38B-5053-45C7-91C5-4CB4E437FF0F}" dt="2026-05-05T13:15:50.255" v="17" actId="1076"/>
          <ac:spMkLst>
            <pc:docMk/>
            <pc:sldMk cId="1901188492" sldId="284"/>
            <ac:spMk id="5" creationId="{E693094B-B049-273C-A24B-97B637F467E5}"/>
          </ac:spMkLst>
        </pc:spChg>
        <pc:spChg chg="add del">
          <ac:chgData name="Raghul K" userId="4c8ad5417d1c0147" providerId="LiveId" clId="{906DC38B-5053-45C7-91C5-4CB4E437FF0F}" dt="2026-05-05T13:15:40.444" v="16" actId="22"/>
          <ac:spMkLst>
            <pc:docMk/>
            <pc:sldMk cId="1901188492" sldId="284"/>
            <ac:spMk id="6" creationId="{E8D22904-B843-F5EE-00F9-2B29DBC45DBC}"/>
          </ac:spMkLst>
        </pc:spChg>
      </pc:sldChg>
      <pc:sldChg chg="delSp modSp mod">
        <pc:chgData name="Raghul K" userId="4c8ad5417d1c0147" providerId="LiveId" clId="{906DC38B-5053-45C7-91C5-4CB4E437FF0F}" dt="2026-05-05T13:25:29.103" v="101" actId="20577"/>
        <pc:sldMkLst>
          <pc:docMk/>
          <pc:sldMk cId="629650953" sldId="285"/>
        </pc:sldMkLst>
        <pc:spChg chg="mod">
          <ac:chgData name="Raghul K" userId="4c8ad5417d1c0147" providerId="LiveId" clId="{906DC38B-5053-45C7-91C5-4CB4E437FF0F}" dt="2026-05-05T13:25:29.103" v="101" actId="20577"/>
          <ac:spMkLst>
            <pc:docMk/>
            <pc:sldMk cId="629650953" sldId="285"/>
            <ac:spMk id="3" creationId="{DCA18C44-A110-88E0-F24A-67AC795E3321}"/>
          </ac:spMkLst>
        </pc:spChg>
        <pc:spChg chg="mod">
          <ac:chgData name="Raghul K" userId="4c8ad5417d1c0147" providerId="LiveId" clId="{906DC38B-5053-45C7-91C5-4CB4E437FF0F}" dt="2026-05-05T13:23:07.815" v="76" actId="1076"/>
          <ac:spMkLst>
            <pc:docMk/>
            <pc:sldMk cId="629650953" sldId="285"/>
            <ac:spMk id="18434" creationId="{2CE6C141-DE99-6186-4A83-FF8248A7EC3A}"/>
          </ac:spMkLst>
        </pc:spChg>
        <pc:picChg chg="del">
          <ac:chgData name="Raghul K" userId="4c8ad5417d1c0147" providerId="LiveId" clId="{906DC38B-5053-45C7-91C5-4CB4E437FF0F}" dt="2026-05-05T13:19:31.694" v="31" actId="478"/>
          <ac:picMkLst>
            <pc:docMk/>
            <pc:sldMk cId="629650953" sldId="285"/>
            <ac:picMk id="5" creationId="{5ED72B8B-7E74-B457-B23B-A4BEBC4A58DF}"/>
          </ac:picMkLst>
        </pc:picChg>
      </pc:sldChg>
      <pc:sldChg chg="addSp delSp modSp mod">
        <pc:chgData name="Raghul K" userId="4c8ad5417d1c0147" providerId="LiveId" clId="{906DC38B-5053-45C7-91C5-4CB4E437FF0F}" dt="2026-05-05T13:18:52.332" v="30" actId="1076"/>
        <pc:sldMkLst>
          <pc:docMk/>
          <pc:sldMk cId="1828808148" sldId="286"/>
        </pc:sldMkLst>
        <pc:picChg chg="add mod">
          <ac:chgData name="Raghul K" userId="4c8ad5417d1c0147" providerId="LiveId" clId="{906DC38B-5053-45C7-91C5-4CB4E437FF0F}" dt="2026-05-05T13:18:52.332" v="30" actId="1076"/>
          <ac:picMkLst>
            <pc:docMk/>
            <pc:sldMk cId="1828808148" sldId="286"/>
            <ac:picMk id="4" creationId="{FB4A93C7-D71F-2993-FBD6-7F46B984322F}"/>
          </ac:picMkLst>
        </pc:picChg>
        <pc:picChg chg="del">
          <ac:chgData name="Raghul K" userId="4c8ad5417d1c0147" providerId="LiveId" clId="{906DC38B-5053-45C7-91C5-4CB4E437FF0F}" dt="2026-05-05T13:18:40.306" v="25" actId="478"/>
          <ac:picMkLst>
            <pc:docMk/>
            <pc:sldMk cId="1828808148" sldId="286"/>
            <ac:picMk id="5" creationId="{D6663050-4EA2-D353-0C77-664EB7F37A11}"/>
          </ac:picMkLst>
        </pc:picChg>
      </pc:sldChg>
      <pc:sldChg chg="delSp modSp mod">
        <pc:chgData name="Raghul K" userId="4c8ad5417d1c0147" providerId="LiveId" clId="{906DC38B-5053-45C7-91C5-4CB4E437FF0F}" dt="2026-05-05T13:52:06.763" v="225" actId="1036"/>
        <pc:sldMkLst>
          <pc:docMk/>
          <pc:sldMk cId="1978376509" sldId="287"/>
        </pc:sldMkLst>
        <pc:spChg chg="mod">
          <ac:chgData name="Raghul K" userId="4c8ad5417d1c0147" providerId="LiveId" clId="{906DC38B-5053-45C7-91C5-4CB4E437FF0F}" dt="2026-05-05T13:52:06.763" v="225" actId="1036"/>
          <ac:spMkLst>
            <pc:docMk/>
            <pc:sldMk cId="1978376509" sldId="287"/>
            <ac:spMk id="3" creationId="{F176CE2B-E824-FB53-428A-6E967501B54E}"/>
          </ac:spMkLst>
        </pc:spChg>
        <pc:spChg chg="mod">
          <ac:chgData name="Raghul K" userId="4c8ad5417d1c0147" providerId="LiveId" clId="{906DC38B-5053-45C7-91C5-4CB4E437FF0F}" dt="2026-05-05T13:24:02.075" v="81" actId="1076"/>
          <ac:spMkLst>
            <pc:docMk/>
            <pc:sldMk cId="1978376509" sldId="287"/>
            <ac:spMk id="18434" creationId="{95E2A9B5-EBCB-CBCC-1329-4B153DDEC8F0}"/>
          </ac:spMkLst>
        </pc:spChg>
        <pc:picChg chg="del">
          <ac:chgData name="Raghul K" userId="4c8ad5417d1c0147" providerId="LiveId" clId="{906DC38B-5053-45C7-91C5-4CB4E437FF0F}" dt="2026-05-05T13:23:33.006" v="78" actId="478"/>
          <ac:picMkLst>
            <pc:docMk/>
            <pc:sldMk cId="1978376509" sldId="287"/>
            <ac:picMk id="1026" creationId="{5E41F526-16E6-8847-8E91-9611BB33B940}"/>
          </ac:picMkLst>
        </pc:picChg>
      </pc:sldChg>
      <pc:sldChg chg="modSp mod">
        <pc:chgData name="Raghul K" userId="4c8ad5417d1c0147" providerId="LiveId" clId="{906DC38B-5053-45C7-91C5-4CB4E437FF0F}" dt="2026-05-05T13:18:10.995" v="24" actId="1076"/>
        <pc:sldMkLst>
          <pc:docMk/>
          <pc:sldMk cId="2074062875" sldId="288"/>
        </pc:sldMkLst>
        <pc:spChg chg="mod">
          <ac:chgData name="Raghul K" userId="4c8ad5417d1c0147" providerId="LiveId" clId="{906DC38B-5053-45C7-91C5-4CB4E437FF0F}" dt="2026-05-05T13:18:10.995" v="24" actId="1076"/>
          <ac:spMkLst>
            <pc:docMk/>
            <pc:sldMk cId="2074062875" sldId="288"/>
            <ac:spMk id="3" creationId="{F1628319-66EF-9DDA-2AEB-829A3826F184}"/>
          </ac:spMkLst>
        </pc:spChg>
      </pc:sldChg>
      <pc:sldChg chg="modSp mod">
        <pc:chgData name="Raghul K" userId="4c8ad5417d1c0147" providerId="LiveId" clId="{906DC38B-5053-45C7-91C5-4CB4E437FF0F}" dt="2026-05-05T13:49:42.712" v="132" actId="2710"/>
        <pc:sldMkLst>
          <pc:docMk/>
          <pc:sldMk cId="1886979697" sldId="291"/>
        </pc:sldMkLst>
        <pc:spChg chg="mod">
          <ac:chgData name="Raghul K" userId="4c8ad5417d1c0147" providerId="LiveId" clId="{906DC38B-5053-45C7-91C5-4CB4E437FF0F}" dt="2026-05-05T13:49:42.712" v="132" actId="2710"/>
          <ac:spMkLst>
            <pc:docMk/>
            <pc:sldMk cId="1886979697" sldId="291"/>
            <ac:spMk id="3" creationId="{05F62496-42A5-5C4E-A502-41A397211D2A}"/>
          </ac:spMkLst>
        </pc:spChg>
      </pc:sldChg>
      <pc:sldChg chg="delSp modSp mod">
        <pc:chgData name="Raghul K" userId="4c8ad5417d1c0147" providerId="LiveId" clId="{906DC38B-5053-45C7-91C5-4CB4E437FF0F}" dt="2026-05-05T13:25:35.424" v="102" actId="20577"/>
        <pc:sldMkLst>
          <pc:docMk/>
          <pc:sldMk cId="3160499340" sldId="293"/>
        </pc:sldMkLst>
        <pc:spChg chg="mod">
          <ac:chgData name="Raghul K" userId="4c8ad5417d1c0147" providerId="LiveId" clId="{906DC38B-5053-45C7-91C5-4CB4E437FF0F}" dt="2026-05-05T13:25:35.424" v="102" actId="20577"/>
          <ac:spMkLst>
            <pc:docMk/>
            <pc:sldMk cId="3160499340" sldId="293"/>
            <ac:spMk id="3" creationId="{DCA18C44-A110-88E0-F24A-67AC795E3321}"/>
          </ac:spMkLst>
        </pc:spChg>
        <pc:spChg chg="mod">
          <ac:chgData name="Raghul K" userId="4c8ad5417d1c0147" providerId="LiveId" clId="{906DC38B-5053-45C7-91C5-4CB4E437FF0F}" dt="2026-05-05T13:22:47.029" v="73" actId="1076"/>
          <ac:spMkLst>
            <pc:docMk/>
            <pc:sldMk cId="3160499340" sldId="293"/>
            <ac:spMk id="18434" creationId="{2CE6C141-DE99-6186-4A83-FF8248A7EC3A}"/>
          </ac:spMkLst>
        </pc:spChg>
        <pc:picChg chg="del">
          <ac:chgData name="Raghul K" userId="4c8ad5417d1c0147" providerId="LiveId" clId="{906DC38B-5053-45C7-91C5-4CB4E437FF0F}" dt="2026-05-05T13:20:47.073" v="52" actId="478"/>
          <ac:picMkLst>
            <pc:docMk/>
            <pc:sldMk cId="3160499340" sldId="293"/>
            <ac:picMk id="5" creationId="{99D59EEC-320D-0217-26F7-5BE518A107F3}"/>
          </ac:picMkLst>
        </pc:picChg>
      </pc:sldChg>
      <pc:sldChg chg="del">
        <pc:chgData name="Raghul K" userId="4c8ad5417d1c0147" providerId="LiveId" clId="{906DC38B-5053-45C7-91C5-4CB4E437FF0F}" dt="2026-05-05T13:26:45.655" v="104" actId="2696"/>
        <pc:sldMkLst>
          <pc:docMk/>
          <pc:sldMk cId="1954796645" sldId="295"/>
        </pc:sldMkLst>
      </pc:sldChg>
      <pc:sldChg chg="modSp mod">
        <pc:chgData name="Raghul K" userId="4c8ad5417d1c0147" providerId="LiveId" clId="{906DC38B-5053-45C7-91C5-4CB4E437FF0F}" dt="2026-05-05T13:13:25.041" v="4" actId="1076"/>
        <pc:sldMkLst>
          <pc:docMk/>
          <pc:sldMk cId="2409482852" sldId="298"/>
        </pc:sldMkLst>
        <pc:spChg chg="mod">
          <ac:chgData name="Raghul K" userId="4c8ad5417d1c0147" providerId="LiveId" clId="{906DC38B-5053-45C7-91C5-4CB4E437FF0F}" dt="2026-05-05T13:13:25.041" v="4" actId="1076"/>
          <ac:spMkLst>
            <pc:docMk/>
            <pc:sldMk cId="2409482852" sldId="298"/>
            <ac:spMk id="3" creationId="{A5F81431-6938-6A8E-78DC-F1B90E51B82D}"/>
          </ac:spMkLst>
        </pc:spChg>
      </pc:sldChg>
      <pc:sldChg chg="addSp delSp modSp mod">
        <pc:chgData name="Raghul K" userId="4c8ad5417d1c0147" providerId="LiveId" clId="{906DC38B-5053-45C7-91C5-4CB4E437FF0F}" dt="2026-05-05T13:27:32.899" v="110" actId="1076"/>
        <pc:sldMkLst>
          <pc:docMk/>
          <pc:sldMk cId="5797798" sldId="300"/>
        </pc:sldMkLst>
        <pc:spChg chg="add del mod">
          <ac:chgData name="Raghul K" userId="4c8ad5417d1c0147" providerId="LiveId" clId="{906DC38B-5053-45C7-91C5-4CB4E437FF0F}" dt="2026-05-05T13:27:15.675" v="106"/>
          <ac:spMkLst>
            <pc:docMk/>
            <pc:sldMk cId="5797798" sldId="300"/>
            <ac:spMk id="4" creationId="{A5739B7F-0A92-3501-B56B-66E0A553A9E9}"/>
          </ac:spMkLst>
        </pc:spChg>
        <pc:picChg chg="del">
          <ac:chgData name="Raghul K" userId="4c8ad5417d1c0147" providerId="LiveId" clId="{906DC38B-5053-45C7-91C5-4CB4E437FF0F}" dt="2026-05-05T13:27:07.602" v="105" actId="478"/>
          <ac:picMkLst>
            <pc:docMk/>
            <pc:sldMk cId="5797798" sldId="300"/>
            <ac:picMk id="5" creationId="{BCC1690A-F6AE-4B96-82E6-41D757347BEE}"/>
          </ac:picMkLst>
        </pc:picChg>
        <pc:picChg chg="add mod">
          <ac:chgData name="Raghul K" userId="4c8ad5417d1c0147" providerId="LiveId" clId="{906DC38B-5053-45C7-91C5-4CB4E437FF0F}" dt="2026-05-05T13:27:32.899" v="110" actId="1076"/>
          <ac:picMkLst>
            <pc:docMk/>
            <pc:sldMk cId="5797798" sldId="300"/>
            <ac:picMk id="6" creationId="{68602051-137B-30D0-9449-75D2D8DC92DA}"/>
          </ac:picMkLst>
        </pc:picChg>
        <pc:picChg chg="del">
          <ac:chgData name="Raghul K" userId="4c8ad5417d1c0147" providerId="LiveId" clId="{906DC38B-5053-45C7-91C5-4CB4E437FF0F}" dt="2026-05-05T13:27:24.264" v="108" actId="478"/>
          <ac:picMkLst>
            <pc:docMk/>
            <pc:sldMk cId="5797798" sldId="300"/>
            <ac:picMk id="7" creationId="{025E6201-4BCD-40C5-A0C0-6B7D7B8C6806}"/>
          </ac:picMkLst>
        </pc:picChg>
      </pc:sldChg>
      <pc:sldChg chg="addSp delSp modSp mod">
        <pc:chgData name="Raghul K" userId="4c8ad5417d1c0147" providerId="LiveId" clId="{906DC38B-5053-45C7-91C5-4CB4E437FF0F}" dt="2026-05-05T13:41:38.336" v="117" actId="14100"/>
        <pc:sldMkLst>
          <pc:docMk/>
          <pc:sldMk cId="455096175" sldId="301"/>
        </pc:sldMkLst>
        <pc:spChg chg="add mod">
          <ac:chgData name="Raghul K" userId="4c8ad5417d1c0147" providerId="LiveId" clId="{906DC38B-5053-45C7-91C5-4CB4E437FF0F}" dt="2026-05-05T13:41:38.336" v="117" actId="14100"/>
          <ac:spMkLst>
            <pc:docMk/>
            <pc:sldMk cId="455096175" sldId="301"/>
            <ac:spMk id="4" creationId="{E7F24CB5-99D8-5522-2063-D9AD32D2D99F}"/>
          </ac:spMkLst>
        </pc:spChg>
        <pc:picChg chg="add mod">
          <ac:chgData name="Raghul K" userId="4c8ad5417d1c0147" providerId="LiveId" clId="{906DC38B-5053-45C7-91C5-4CB4E437FF0F}" dt="2026-05-05T13:41:27.760" v="115" actId="1076"/>
          <ac:picMkLst>
            <pc:docMk/>
            <pc:sldMk cId="455096175" sldId="301"/>
            <ac:picMk id="6" creationId="{8766D019-3793-76C2-5A79-3E7AEDF46A95}"/>
          </ac:picMkLst>
        </pc:picChg>
        <pc:picChg chg="del">
          <ac:chgData name="Raghul K" userId="4c8ad5417d1c0147" providerId="LiveId" clId="{906DC38B-5053-45C7-91C5-4CB4E437FF0F}" dt="2026-05-05T13:41:13.670" v="111" actId="478"/>
          <ac:picMkLst>
            <pc:docMk/>
            <pc:sldMk cId="455096175" sldId="301"/>
            <ac:picMk id="7" creationId="{A2F14418-4592-7D2F-8F1C-1BF71DF9C43B}"/>
          </ac:picMkLst>
        </pc:picChg>
      </pc:sldChg>
      <pc:sldChg chg="addSp delSp modSp mod">
        <pc:chgData name="Raghul K" userId="4c8ad5417d1c0147" providerId="LiveId" clId="{906DC38B-5053-45C7-91C5-4CB4E437FF0F}" dt="2026-05-05T13:45:36.537" v="120" actId="1076"/>
        <pc:sldMkLst>
          <pc:docMk/>
          <pc:sldMk cId="802127769" sldId="302"/>
        </pc:sldMkLst>
        <pc:spChg chg="add del mod">
          <ac:chgData name="Raghul K" userId="4c8ad5417d1c0147" providerId="LiveId" clId="{906DC38B-5053-45C7-91C5-4CB4E437FF0F}" dt="2026-05-05T13:45:27.456" v="119" actId="22"/>
          <ac:spMkLst>
            <pc:docMk/>
            <pc:sldMk cId="802127769" sldId="302"/>
            <ac:spMk id="5" creationId="{19097BCF-2F1B-125B-42F2-7B11F723BD62}"/>
          </ac:spMkLst>
        </pc:spChg>
        <pc:picChg chg="del">
          <ac:chgData name="Raghul K" userId="4c8ad5417d1c0147" providerId="LiveId" clId="{906DC38B-5053-45C7-91C5-4CB4E437FF0F}" dt="2026-05-05T13:41:57.578" v="118" actId="478"/>
          <ac:picMkLst>
            <pc:docMk/>
            <pc:sldMk cId="802127769" sldId="302"/>
            <ac:picMk id="3" creationId="{2C1B020E-47BD-F2DE-9C96-35980DD106B7}"/>
          </ac:picMkLst>
        </pc:picChg>
        <pc:picChg chg="add mod ord">
          <ac:chgData name="Raghul K" userId="4c8ad5417d1c0147" providerId="LiveId" clId="{906DC38B-5053-45C7-91C5-4CB4E437FF0F}" dt="2026-05-05T13:45:36.537" v="120" actId="1076"/>
          <ac:picMkLst>
            <pc:docMk/>
            <pc:sldMk cId="802127769" sldId="302"/>
            <ac:picMk id="7" creationId="{43FEBB58-977F-DEFD-E803-436CDCE51DAA}"/>
          </ac:picMkLst>
        </pc:picChg>
      </pc:sldChg>
      <pc:sldChg chg="addSp delSp modSp mod">
        <pc:chgData name="Raghul K" userId="4c8ad5417d1c0147" providerId="LiveId" clId="{906DC38B-5053-45C7-91C5-4CB4E437FF0F}" dt="2026-05-05T13:46:59.844" v="122" actId="22"/>
        <pc:sldMkLst>
          <pc:docMk/>
          <pc:sldMk cId="3800729565" sldId="303"/>
        </pc:sldMkLst>
        <pc:spChg chg="add del mod">
          <ac:chgData name="Raghul K" userId="4c8ad5417d1c0147" providerId="LiveId" clId="{906DC38B-5053-45C7-91C5-4CB4E437FF0F}" dt="2026-05-05T13:46:59.844" v="122" actId="22"/>
          <ac:spMkLst>
            <pc:docMk/>
            <pc:sldMk cId="3800729565" sldId="303"/>
            <ac:spMk id="3" creationId="{EF364F33-C17B-C95A-E7A6-BDA4D3467408}"/>
          </ac:spMkLst>
        </pc:spChg>
        <pc:picChg chg="del">
          <ac:chgData name="Raghul K" userId="4c8ad5417d1c0147" providerId="LiveId" clId="{906DC38B-5053-45C7-91C5-4CB4E437FF0F}" dt="2026-05-05T13:45:44.707" v="121" actId="478"/>
          <ac:picMkLst>
            <pc:docMk/>
            <pc:sldMk cId="3800729565" sldId="303"/>
            <ac:picMk id="6" creationId="{872495CE-F970-15DC-7FDF-7609281B42A7}"/>
          </ac:picMkLst>
        </pc:picChg>
        <pc:picChg chg="add mod ord">
          <ac:chgData name="Raghul K" userId="4c8ad5417d1c0147" providerId="LiveId" clId="{906DC38B-5053-45C7-91C5-4CB4E437FF0F}" dt="2026-05-05T13:46:59.844" v="122" actId="22"/>
          <ac:picMkLst>
            <pc:docMk/>
            <pc:sldMk cId="3800729565" sldId="303"/>
            <ac:picMk id="7" creationId="{3C6EC434-027F-FE5E-B4EA-976A5C2003A3}"/>
          </ac:picMkLst>
        </pc:picChg>
      </pc:sldChg>
      <pc:sldChg chg="addSp delSp modSp mod">
        <pc:chgData name="Raghul K" userId="4c8ad5417d1c0147" providerId="LiveId" clId="{906DC38B-5053-45C7-91C5-4CB4E437FF0F}" dt="2026-05-05T13:47:46.093" v="124" actId="22"/>
        <pc:sldMkLst>
          <pc:docMk/>
          <pc:sldMk cId="2150266897" sldId="304"/>
        </pc:sldMkLst>
        <pc:spChg chg="add del mod">
          <ac:chgData name="Raghul K" userId="4c8ad5417d1c0147" providerId="LiveId" clId="{906DC38B-5053-45C7-91C5-4CB4E437FF0F}" dt="2026-05-05T13:47:46.093" v="124" actId="22"/>
          <ac:spMkLst>
            <pc:docMk/>
            <pc:sldMk cId="2150266897" sldId="304"/>
            <ac:spMk id="4" creationId="{9CF3D5E2-B279-70B1-78EF-F0ECB6BF4A64}"/>
          </ac:spMkLst>
        </pc:spChg>
        <pc:picChg chg="add mod ord">
          <ac:chgData name="Raghul K" userId="4c8ad5417d1c0147" providerId="LiveId" clId="{906DC38B-5053-45C7-91C5-4CB4E437FF0F}" dt="2026-05-05T13:47:46.093" v="124" actId="22"/>
          <ac:picMkLst>
            <pc:docMk/>
            <pc:sldMk cId="2150266897" sldId="304"/>
            <ac:picMk id="6" creationId="{89BA8146-9AF9-7730-579D-4F5600922959}"/>
          </ac:picMkLst>
        </pc:picChg>
        <pc:picChg chg="del">
          <ac:chgData name="Raghul K" userId="4c8ad5417d1c0147" providerId="LiveId" clId="{906DC38B-5053-45C7-91C5-4CB4E437FF0F}" dt="2026-05-05T13:47:07.335" v="123" actId="478"/>
          <ac:picMkLst>
            <pc:docMk/>
            <pc:sldMk cId="2150266897" sldId="304"/>
            <ac:picMk id="7" creationId="{9CEEA1E4-AD03-C97C-B9D3-86291E9212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A12BF-2380-4890-A9DE-3097C2C62528}" type="datetimeFigureOut">
              <a:rPr lang="en-IN" smtClean="0"/>
              <a:t>05-05-2026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F91DE1-B03A-46EB-9479-29D63226EDFC}" type="slidenum">
              <a:rPr lang="en-IN" smtClean="0"/>
              <a:t>‹#›</a:t>
            </a:fld>
            <a:endParaRPr lang="en-IN"/>
          </a:p>
        </p:txBody>
      </p:sp>
    </p:spTree>
    <p:extLst>
      <p:ext uri="{BB962C8B-B14F-4D97-AF65-F5344CB8AC3E}">
        <p14:creationId xmlns:p14="http://schemas.microsoft.com/office/powerpoint/2010/main" val="379327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E70458B-F185-48DB-AD85-3796F7DB4F8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1</a:t>
            </a:fld>
            <a:endParaRPr lang="en-US" altLang="en-US">
              <a:solidFill>
                <a:srgbClr val="000000"/>
              </a:solidFill>
              <a:latin typeface="Times New Roman" panose="02020603050405020304" pitchFamily="18" charset="0"/>
              <a:cs typeface="DejaVu Sans" charset="0"/>
            </a:endParaRPr>
          </a:p>
        </p:txBody>
      </p:sp>
      <p:sp>
        <p:nvSpPr>
          <p:cNvPr id="6147" name="Rectangle 1">
            <a:extLst>
              <a:ext uri="{FF2B5EF4-FFF2-40B4-BE49-F238E27FC236}">
                <a16:creationId xmlns:a16="http://schemas.microsoft.com/office/drawing/2014/main" id="{468E4D85-E32A-485E-A661-F2143B7E6251}"/>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6148" name="Rectangle 2">
            <a:extLst>
              <a:ext uri="{FF2B5EF4-FFF2-40B4-BE49-F238E27FC236}">
                <a16:creationId xmlns:a16="http://schemas.microsoft.com/office/drawing/2014/main" id="{DF6CCD87-E991-4187-8B98-51E783BF2FA2}"/>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323DF40D-1800-48F2-89B0-8451D73D046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0E773DE-2121-4534-891E-4D269B6198E4}" type="slidenum">
              <a:rPr lang="en-US" altLang="en-US">
                <a:solidFill>
                  <a:srgbClr val="000000"/>
                </a:solidFill>
                <a:latin typeface="Times New Roman" panose="02020603050405020304" pitchFamily="18" charset="0"/>
                <a:cs typeface="DejaVu Sans" charset="0"/>
              </a:rPr>
              <a:pPr/>
              <a:t>2</a:t>
            </a:fld>
            <a:endParaRPr lang="en-US" altLang="en-US">
              <a:solidFill>
                <a:srgbClr val="000000"/>
              </a:solidFill>
              <a:latin typeface="Times New Roman" panose="02020603050405020304" pitchFamily="18" charset="0"/>
              <a:cs typeface="DejaVu Sans" charset="0"/>
            </a:endParaRPr>
          </a:p>
        </p:txBody>
      </p:sp>
      <p:sp>
        <p:nvSpPr>
          <p:cNvPr id="8195" name="Rectangle 1">
            <a:extLst>
              <a:ext uri="{FF2B5EF4-FFF2-40B4-BE49-F238E27FC236}">
                <a16:creationId xmlns:a16="http://schemas.microsoft.com/office/drawing/2014/main" id="{8CB8B7FE-98D4-4BC1-AF30-2F4B2E5766CC}"/>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8196" name="Rectangle 2">
            <a:extLst>
              <a:ext uri="{FF2B5EF4-FFF2-40B4-BE49-F238E27FC236}">
                <a16:creationId xmlns:a16="http://schemas.microsoft.com/office/drawing/2014/main" id="{B0E2CBEC-FF7E-446A-8770-6539CBEDA36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06F602-0615-6830-168F-39C35EAC8AA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079FA3C4-83F8-FCA4-C8CB-D9498C11061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3</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8FD64092-DAA1-9841-E1EA-5D9931858E4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EFA6F367-4871-4E37-C3D8-168EB8230368}"/>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66927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DD78955-C1FE-40D4-96C8-D83EED03293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4</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C5941417-7B8B-45B9-A1EA-25E1C6DB8D11}"/>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7FADAFF-EC84-4B75-AF76-DFFFC331AA56}"/>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6837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07779-343E-C626-0B2F-A7B207221ECD}"/>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263A50E7-86E2-67B7-B3C2-9AF766054B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5</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737B61EA-53D9-2C9C-932C-31B0293FCB73}"/>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CD119B16-AB48-A3FC-DDC0-43C87D036F5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2859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0E0C55-8C90-560B-41E8-2F111A51CBB6}"/>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70EAA7F2-B05C-7A6A-FA2F-2CEBF04316E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6</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FFF3D809-FE76-E3A9-59CA-D1DF931A30B7}"/>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C02A8C0-94C2-58EC-E6A9-FF92CA3529C4}"/>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53415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7</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94253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8</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390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83E9C2-C7F0-6E8C-CCE4-9D613DEBE84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F1A1C804-55A9-9919-0DB0-62C41CA6AC8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9</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69D8ABBC-CD91-9E1A-11DC-A5441A6E90B5}"/>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50FB140C-E740-E21B-A60F-9B37BAECF2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191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3DA2BD8A-69E4-4109-9376-BB9CAFF25AC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5F561648-146D-47FD-B529-EC509853122C}" type="slidenum">
              <a:rPr lang="en-US" altLang="en-US">
                <a:solidFill>
                  <a:srgbClr val="000000"/>
                </a:solidFill>
                <a:latin typeface="Times New Roman" panose="02020603050405020304" pitchFamily="18" charset="0"/>
                <a:cs typeface="DejaVu Sans" charset="0"/>
              </a:rPr>
              <a:pPr/>
              <a:t>16</a:t>
            </a:fld>
            <a:endParaRPr lang="en-US" altLang="en-US">
              <a:solidFill>
                <a:srgbClr val="000000"/>
              </a:solidFill>
              <a:latin typeface="Times New Roman" panose="02020603050405020304" pitchFamily="18" charset="0"/>
              <a:cs typeface="DejaVu Sans" charset="0"/>
            </a:endParaRPr>
          </a:p>
        </p:txBody>
      </p:sp>
      <p:sp>
        <p:nvSpPr>
          <p:cNvPr id="36867" name="Rectangle 1">
            <a:extLst>
              <a:ext uri="{FF2B5EF4-FFF2-40B4-BE49-F238E27FC236}">
                <a16:creationId xmlns:a16="http://schemas.microsoft.com/office/drawing/2014/main" id="{D5F9E9D7-7723-4503-AB02-FE828231E08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6868" name="Rectangle 2">
            <a:extLst>
              <a:ext uri="{FF2B5EF4-FFF2-40B4-BE49-F238E27FC236}">
                <a16:creationId xmlns:a16="http://schemas.microsoft.com/office/drawing/2014/main" id="{6DA026BC-D0FD-4BA6-A806-A13BF79123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7F89E-E277-AF8E-49F6-72A76B180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D04B1-AE16-B6BA-1931-FC4853B2B2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7F05AC-2B29-B091-F2D7-ED96F7D89526}"/>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E7D6A8F6-8FD4-DA77-E0AD-189CD890D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53765-EFFD-C5B8-D943-5D93BC34F20A}"/>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64853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A9F8-12EB-EFF7-0744-D287E5B9F3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083AD1-300B-3C68-20B9-39142238C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381028-1B69-451E-3144-37F520687BA6}"/>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8140EE3D-4F86-87ED-8F44-BFF2F45E8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3D9467-4453-E14C-3ED2-5ABB2A46A9C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06625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BD00F-E918-055A-4616-4EEA16A4B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82D093-0330-DA39-1E58-89632D952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A767-90E2-6AF5-1864-93B40D28D7C8}"/>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4504F8BF-63FA-5BB3-B9FA-3A06958E0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4E1A44-8F8B-0587-D08F-B89AB9810678}"/>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4199957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D54B-F397-8955-3FEA-6C969D0D1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002DC3-E323-16AC-8A29-88D1F9F7EB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691C72-1CC5-2AD7-A8C3-55DC48CC49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694270-71B6-D9F6-72B5-EAE1C8A50275}"/>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D741EA33-F213-7A3A-DC63-730394EA6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CD17D4-61FE-7C16-4C64-14CCBE5FAED3}"/>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139409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FD53-581C-677C-682F-D41E43814A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68C7BF-EDDE-2A1B-4E62-ACB320B3F4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FE3186-9648-6B4F-9B18-5DC0C3C1E1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3806C6-8ECC-170E-F981-6CD97F75D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5DA98D-030B-292A-C8A7-F4FEA51EB3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F2B296-432F-F025-F850-EFEF2148D00C}"/>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8" name="Footer Placeholder 7">
            <a:extLst>
              <a:ext uri="{FF2B5EF4-FFF2-40B4-BE49-F238E27FC236}">
                <a16:creationId xmlns:a16="http://schemas.microsoft.com/office/drawing/2014/main" id="{0C8EC2FE-9C4F-9D39-DAD1-DCE0CBD96D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BC4145-3441-5834-D7AE-C0CC6812586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85546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E4E3-7E7C-EEC8-5EB8-4AFA3E0AFB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D86027-1488-8291-70CA-C24E07106EF0}"/>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4" name="Footer Placeholder 3">
            <a:extLst>
              <a:ext uri="{FF2B5EF4-FFF2-40B4-BE49-F238E27FC236}">
                <a16:creationId xmlns:a16="http://schemas.microsoft.com/office/drawing/2014/main" id="{AA50DF85-ECB1-F665-71C0-EFBE74E9B1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EDDAFE-02EA-3655-A05E-1C31B4CD4ED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8214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1A35D-7C71-0752-B2BB-E5C4D0C3C7E1}"/>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3" name="Footer Placeholder 2">
            <a:extLst>
              <a:ext uri="{FF2B5EF4-FFF2-40B4-BE49-F238E27FC236}">
                <a16:creationId xmlns:a16="http://schemas.microsoft.com/office/drawing/2014/main" id="{D1318D7F-94A9-239C-B8D1-D408C647EA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D6175B-F480-AC31-B0CA-044FD4B4F12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47177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EF21-319B-0907-0D80-8DEDC07D5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2D8AEC-2C9D-6214-0052-EF4733CEF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18E77F-9176-76EE-76B3-19240F10E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75E2C-07E5-B688-BF50-D327E30536FC}"/>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A6B6B84F-0FD7-F6CB-50DA-AAB1A73FD4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EF7CBB-C41F-989F-08C2-E4442E3FF84F}"/>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917483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6345-EA37-8C6A-C178-39B329656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4251E9-0BAA-127A-E65B-5AC7D45C2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BB98CF-DF76-141B-762A-A65D35637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CD96-760E-5300-1C4F-003F42C0EB58}"/>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6" name="Footer Placeholder 5">
            <a:extLst>
              <a:ext uri="{FF2B5EF4-FFF2-40B4-BE49-F238E27FC236}">
                <a16:creationId xmlns:a16="http://schemas.microsoft.com/office/drawing/2014/main" id="{8F5EFD3F-AD02-03B3-84FE-20F9F631EC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6A0320-2A44-851A-082D-5B40482B257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228591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884B-B8F1-675F-654B-8770D0C36F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B45BE-EC73-9A7B-A9A6-E1A3E0B98B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9E643E-EE56-B785-F106-2C0ED6BF49C7}"/>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6072B2CC-DF2E-AE86-92BD-246255573F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8BA80-780F-AB29-8AAC-62F8CD3B894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235899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1B0D7E-C14F-5DFE-B774-40F4131362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BB635-47B1-BE7A-42AF-7099B604E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798DCA-F058-FD44-4D76-01BE21ED167A}"/>
              </a:ext>
            </a:extLst>
          </p:cNvPr>
          <p:cNvSpPr>
            <a:spLocks noGrp="1"/>
          </p:cNvSpPr>
          <p:nvPr>
            <p:ph type="dt" sz="half" idx="10"/>
          </p:nvPr>
        </p:nvSpPr>
        <p:spPr/>
        <p:txBody>
          <a:body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ADF25EAC-EB78-95CB-CAE8-110216F354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210C4-F616-EE28-479C-3DA4F915032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626035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1" y="2130425"/>
            <a:ext cx="10361084" cy="1468438"/>
          </a:xfrm>
        </p:spPr>
        <p:txBody>
          <a:bodyPr/>
          <a:lstStyle/>
          <a:p>
            <a:r>
              <a:rPr lang="en-US"/>
              <a:t>Click to edit Master title style</a:t>
            </a:r>
          </a:p>
        </p:txBody>
      </p:sp>
      <p:sp>
        <p:nvSpPr>
          <p:cNvPr id="3" name="Rectangle 2">
            <a:extLst>
              <a:ext uri="{FF2B5EF4-FFF2-40B4-BE49-F238E27FC236}">
                <a16:creationId xmlns:a16="http://schemas.microsoft.com/office/drawing/2014/main" id="{5EFD2757-5863-4F7E-A9A8-D6E218C07F09}"/>
              </a:ext>
            </a:extLst>
          </p:cNvPr>
          <p:cNvSpPr>
            <a:spLocks noGrp="1" noChangeArrowheads="1"/>
          </p:cNvSpPr>
          <p:nvPr>
            <p:ph type="dt" idx="10"/>
          </p:nvPr>
        </p:nvSpPr>
        <p:spPr>
          <a:ln/>
        </p:spPr>
        <p:txBody>
          <a:bodyPr/>
          <a:lstStyle>
            <a:lvl1pPr>
              <a:defRPr/>
            </a:lvl1pPr>
          </a:lstStyle>
          <a:p>
            <a:pPr>
              <a:defRPr/>
            </a:pPr>
            <a:r>
              <a:rPr lang="en-US"/>
              <a:t>2/7/20</a:t>
            </a:r>
          </a:p>
        </p:txBody>
      </p:sp>
      <p:sp>
        <p:nvSpPr>
          <p:cNvPr id="4" name="Rectangle 4">
            <a:extLst>
              <a:ext uri="{FF2B5EF4-FFF2-40B4-BE49-F238E27FC236}">
                <a16:creationId xmlns:a16="http://schemas.microsoft.com/office/drawing/2014/main" id="{1577BD60-6440-49BB-95F9-FA915E90D2C1}"/>
              </a:ext>
            </a:extLst>
          </p:cNvPr>
          <p:cNvSpPr>
            <a:spLocks noGrp="1" noChangeArrowheads="1"/>
          </p:cNvSpPr>
          <p:nvPr>
            <p:ph type="sldNum" idx="11"/>
          </p:nvPr>
        </p:nvSpPr>
        <p:spPr>
          <a:ln/>
        </p:spPr>
        <p:txBody>
          <a:bodyPr/>
          <a:lstStyle>
            <a:lvl1pPr>
              <a:defRPr/>
            </a:lvl1pPr>
          </a:lstStyle>
          <a:p>
            <a:pPr>
              <a:defRPr/>
            </a:pPr>
            <a:fld id="{B0B1F0C1-FE4D-47C4-BFD4-577E77A4BE46}" type="slidenum">
              <a:rPr lang="en-US" altLang="en-US"/>
              <a:pPr>
                <a:defRPr/>
              </a:pPr>
              <a:t>‹#›</a:t>
            </a:fld>
            <a:endParaRPr lang="en-US" altLang="en-US"/>
          </a:p>
        </p:txBody>
      </p:sp>
    </p:spTree>
    <p:extLst>
      <p:ext uri="{BB962C8B-B14F-4D97-AF65-F5344CB8AC3E}">
        <p14:creationId xmlns:p14="http://schemas.microsoft.com/office/powerpoint/2010/main" val="62624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5755F3-BEF6-DEF9-4CB1-1B5D2AA36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C12260-9AEE-0F6C-393D-081813D4F1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C6917-09DF-778A-8957-A72F2F6F9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924AB-9F36-4178-90AC-C49D492A1C56}" type="datetimeFigureOut">
              <a:rPr lang="en-IN" smtClean="0"/>
              <a:t>05-05-2026</a:t>
            </a:fld>
            <a:endParaRPr lang="en-IN"/>
          </a:p>
        </p:txBody>
      </p:sp>
      <p:sp>
        <p:nvSpPr>
          <p:cNvPr id="5" name="Footer Placeholder 4">
            <a:extLst>
              <a:ext uri="{FF2B5EF4-FFF2-40B4-BE49-F238E27FC236}">
                <a16:creationId xmlns:a16="http://schemas.microsoft.com/office/drawing/2014/main" id="{18A3656D-2DBA-CEE6-4E60-9E615014C3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65E9C8-F63C-F72D-C515-B8CD271F2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A3748-EDEB-4F86-8B3C-520549F7612D}" type="slidenum">
              <a:rPr lang="en-IN" smtClean="0"/>
              <a:t>‹#›</a:t>
            </a:fld>
            <a:endParaRPr lang="en-IN"/>
          </a:p>
        </p:txBody>
      </p:sp>
    </p:spTree>
    <p:extLst>
      <p:ext uri="{BB962C8B-B14F-4D97-AF65-F5344CB8AC3E}">
        <p14:creationId xmlns:p14="http://schemas.microsoft.com/office/powerpoint/2010/main" val="2656701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F9E0E9F6-07FB-4789-A990-AC7C5BF54E0F}"/>
              </a:ext>
            </a:extLst>
          </p:cNvPr>
          <p:cNvSpPr>
            <a:spLocks noGrp="1" noChangeArrowheads="1"/>
          </p:cNvSpPr>
          <p:nvPr>
            <p:ph type="subTitle" idx="4294967295"/>
          </p:nvPr>
        </p:nvSpPr>
        <p:spPr>
          <a:xfrm>
            <a:off x="3414566" y="3006952"/>
            <a:ext cx="5293333" cy="2958419"/>
          </a:xfrm>
          <a:solidFill>
            <a:srgbClr val="FFFFFF"/>
          </a:solidFill>
        </p:spPr>
        <p:txBody>
          <a:bodyPr vert="horz" lIns="91440" tIns="45720" rIns="91440" bIns="45720" rtlCol="0">
            <a:noAutofit/>
          </a:bodyPr>
          <a:lstStyle/>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a:solidFill>
                  <a:srgbClr val="C00000"/>
                </a:solidFill>
                <a:latin typeface="Times New Roman" panose="02020603050405020304" pitchFamily="18" charset="0"/>
                <a:cs typeface="Times New Roman" panose="02020603050405020304" pitchFamily="18" charset="0"/>
              </a:rPr>
              <a:t>Presented by,</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Name                 : RAGHUL K</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Register No.      : 8115U24AM043</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Roll No.             : AM2443</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Year                   : II /CSE(AIML) </a:t>
            </a:r>
            <a:endParaRPr lang="en-US" altLang="en-US" sz="1800" b="1" dirty="0">
              <a:solidFill>
                <a:srgbClr val="002060"/>
              </a:solidFill>
              <a:latin typeface="Times New Roman" panose="02020603050405020304" pitchFamily="18" charset="0"/>
              <a:cs typeface="Times New Roman" panose="02020603050405020304" pitchFamily="18"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8A1FDFE6-6E49-4223-80FE-ED06113CEA28}"/>
              </a:ext>
            </a:extLst>
          </p:cNvPr>
          <p:cNvSpPr>
            <a:spLocks noChangeArrowheads="1"/>
          </p:cNvSpPr>
          <p:nvPr/>
        </p:nvSpPr>
        <p:spPr bwMode="auto">
          <a:xfrm>
            <a:off x="1679575" y="-1684338"/>
            <a:ext cx="3543300" cy="351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pic>
        <p:nvPicPr>
          <p:cNvPr id="5124" name="Picture 3">
            <a:extLst>
              <a:ext uri="{FF2B5EF4-FFF2-40B4-BE49-F238E27FC236}">
                <a16:creationId xmlns:a16="http://schemas.microsoft.com/office/drawing/2014/main" id="{3C70AA84-2F58-4D76-926D-E4FAA3026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51" y="356884"/>
            <a:ext cx="1312323" cy="13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5125" name="Rectangle 4">
            <a:extLst>
              <a:ext uri="{FF2B5EF4-FFF2-40B4-BE49-F238E27FC236}">
                <a16:creationId xmlns:a16="http://schemas.microsoft.com/office/drawing/2014/main" id="{88983C3B-ED68-4B3B-97F3-18CD59AEFB21}"/>
              </a:ext>
            </a:extLst>
          </p:cNvPr>
          <p:cNvSpPr>
            <a:spLocks noChangeArrowheads="1"/>
          </p:cNvSpPr>
          <p:nvPr/>
        </p:nvSpPr>
        <p:spPr bwMode="auto">
          <a:xfrm>
            <a:off x="1515893" y="752984"/>
            <a:ext cx="8863520" cy="178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002060"/>
                </a:solidFill>
                <a:cs typeface="Arial" panose="020B0604020202020204" pitchFamily="34" charset="0"/>
              </a:rPr>
              <a:t>K.RAMAKRISHNAN COLLEGE OF ENGINEERING</a:t>
            </a:r>
          </a:p>
          <a:p>
            <a:pPr algn="ctr" eaLnBrk="1" hangingPunct="1">
              <a:buClr>
                <a:srgbClr val="000000"/>
              </a:buClr>
              <a:buSzPct val="100000"/>
              <a:buFont typeface="Times New Roman" panose="02020603050405020304" pitchFamily="18" charset="0"/>
              <a:buNone/>
            </a:pPr>
            <a:r>
              <a:rPr lang="en-US" altLang="en-US" b="1" dirty="0">
                <a:solidFill>
                  <a:srgbClr val="FF0066"/>
                </a:solidFill>
                <a:cs typeface="Arial" panose="020B0604020202020204" pitchFamily="34" charset="0"/>
              </a:rPr>
              <a:t>(AUTONOMOUS)</a:t>
            </a:r>
          </a:p>
          <a:p>
            <a:pPr algn="ctr" eaLnBrk="1" hangingPunct="1">
              <a:buClr>
                <a:srgbClr val="000000"/>
              </a:buClr>
              <a:buSzPct val="100000"/>
              <a:buFont typeface="Times New Roman" panose="02020603050405020304" pitchFamily="18" charset="0"/>
              <a:buNone/>
            </a:pPr>
            <a:br>
              <a:rPr lang="en-US" altLang="en-US" b="1" dirty="0">
                <a:solidFill>
                  <a:srgbClr val="FF0066"/>
                </a:solidFill>
                <a:cs typeface="Arial" panose="020B0604020202020204" pitchFamily="34" charset="0"/>
              </a:rPr>
            </a:br>
            <a:endParaRPr lang="en-US" altLang="en-US" b="1" dirty="0">
              <a:solidFill>
                <a:srgbClr val="FF0066"/>
              </a:solidFill>
              <a:latin typeface="Times New Roman" panose="02020603050405020304" pitchFamily="18" charset="0"/>
              <a:cs typeface="Times New Roman" panose="02020603050405020304" pitchFamily="18" charset="0"/>
            </a:endParaRPr>
          </a:p>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HOSTEL MANAGEMENT SYSTEM</a:t>
            </a:r>
          </a:p>
        </p:txBody>
      </p:sp>
      <p:pic>
        <p:nvPicPr>
          <p:cNvPr id="3" name="Picture 2" descr="A blue and white logo&#10;&#10;Description automatically generated">
            <a:extLst>
              <a:ext uri="{FF2B5EF4-FFF2-40B4-BE49-F238E27FC236}">
                <a16:creationId xmlns:a16="http://schemas.microsoft.com/office/drawing/2014/main" id="{306928EC-A811-0A0B-9507-48536AEAC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8718" y="230748"/>
            <a:ext cx="1811291" cy="1309549"/>
          </a:xfrm>
          <a:prstGeom prst="rect">
            <a:avLst/>
          </a:prstGeom>
        </p:spPr>
      </p:pic>
      <p:sp>
        <p:nvSpPr>
          <p:cNvPr id="4" name="TextBox 3">
            <a:extLst>
              <a:ext uri="{FF2B5EF4-FFF2-40B4-BE49-F238E27FC236}">
                <a16:creationId xmlns:a16="http://schemas.microsoft.com/office/drawing/2014/main" id="{5BDDFED7-8C96-F740-3862-767BB2D55FED}"/>
              </a:ext>
            </a:extLst>
          </p:cNvPr>
          <p:cNvSpPr txBox="1"/>
          <p:nvPr/>
        </p:nvSpPr>
        <p:spPr>
          <a:xfrm>
            <a:off x="-1368426" y="6272848"/>
            <a:ext cx="6096000" cy="456535"/>
          </a:xfrm>
          <a:prstGeom prst="rect">
            <a:avLst/>
          </a:prstGeom>
          <a:noFill/>
        </p:spPr>
        <p:txBody>
          <a:bodyPr wrap="square">
            <a:spAutoFit/>
          </a:bodyPr>
          <a:lstStyle/>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rgbClr val="C00000"/>
                </a:solidFill>
                <a:latin typeface="Arial" panose="020B0604020202020204" pitchFamily="34" charset="0"/>
                <a:cs typeface="Arial" panose="020B0604020202020204" pitchFamily="34" charset="0"/>
              </a:rPr>
              <a:t>Date of Review : 06/05/2026</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7477C302-5B5F-4848-9A2A-2B6F511ACC15}"/>
              </a:ext>
            </a:extLst>
          </p:cNvPr>
          <p:cNvSpPr>
            <a:spLocks noGrp="1" noChangeArrowheads="1"/>
          </p:cNvSpPr>
          <p:nvPr>
            <p:ph type="title" idx="4294967295"/>
          </p:nvPr>
        </p:nvSpPr>
        <p:spPr>
          <a:xfrm>
            <a:off x="1981200" y="274638"/>
            <a:ext cx="8229600" cy="1143000"/>
          </a:xfrm>
        </p:spPr>
        <p:txBody>
          <a:bodyPr>
            <a:normAutofit/>
          </a:bodyPr>
          <a:lstStyle/>
          <a:p>
            <a:pPr algn="ct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en-US" altLang="en-US" sz="2800" b="1" dirty="0">
                <a:solidFill>
                  <a:srgbClr val="FF0066"/>
                </a:solidFill>
                <a:latin typeface="Times New Roman" panose="02020603050405020304" pitchFamily="18" charset="0"/>
                <a:cs typeface="Times New Roman" panose="02020603050405020304" pitchFamily="18" charset="0"/>
              </a:rPr>
              <a:t>PRESENTATION OVERVIEW</a:t>
            </a:r>
          </a:p>
        </p:txBody>
      </p:sp>
      <p:sp>
        <p:nvSpPr>
          <p:cNvPr id="5123" name="Text Box 2">
            <a:extLst>
              <a:ext uri="{FF2B5EF4-FFF2-40B4-BE49-F238E27FC236}">
                <a16:creationId xmlns:a16="http://schemas.microsoft.com/office/drawing/2014/main" id="{508F8BF2-6D65-4AA4-8FCF-20F773D3ABD6}"/>
              </a:ext>
            </a:extLst>
          </p:cNvPr>
          <p:cNvSpPr txBox="1">
            <a:spLocks noChangeArrowheads="1"/>
          </p:cNvSpPr>
          <p:nvPr/>
        </p:nvSpPr>
        <p:spPr bwMode="auto">
          <a:xfrm>
            <a:off x="1893396" y="1538654"/>
            <a:ext cx="5801127" cy="4712855"/>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eaLnBrk="1">
              <a:lnSpc>
                <a:spcPct val="150000"/>
              </a:lnSpc>
              <a:spcBef>
                <a:spcPts val="325"/>
              </a:spcBef>
              <a:buClr>
                <a:srgbClr val="000000"/>
              </a:buClr>
              <a:buSzPct val="100000"/>
              <a:buFont typeface="Wingdings" panose="05000000000000000000" pitchFamily="2" charset="2"/>
              <a:buChar char="Ø"/>
              <a:defRPr/>
            </a:pPr>
            <a:r>
              <a:rPr lang="en-US" altLang="en-US" sz="2400" b="1" dirty="0">
                <a:solidFill>
                  <a:srgbClr val="000000"/>
                </a:solidFill>
                <a:latin typeface="Times New Roman" panose="02020603050405020304" pitchFamily="18" charset="0"/>
                <a:cs typeface="Times New Roman" panose="02020603050405020304" pitchFamily="18" charset="0"/>
              </a:rPr>
              <a:t>Objective</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Introduction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Abstract</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Architecture Diagram</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Module Description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Implementation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Conclusion</a:t>
            </a:r>
          </a:p>
        </p:txBody>
      </p:sp>
      <p:pic>
        <p:nvPicPr>
          <p:cNvPr id="7172" name="Picture 3">
            <a:extLst>
              <a:ext uri="{FF2B5EF4-FFF2-40B4-BE49-F238E27FC236}">
                <a16:creationId xmlns:a16="http://schemas.microsoft.com/office/drawing/2014/main" id="{D2771C55-04C2-41BA-80F2-EDC06FBE8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188" y="350839"/>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2B910152-ED4B-3721-DEDA-54C63D305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73A8-5344-08E8-797D-5FAC58FA0ECF}"/>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AD6EF5CA-7D9E-ECE4-0D12-298DB8F54E01}"/>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OBJECTIVE</a:t>
            </a:r>
          </a:p>
        </p:txBody>
      </p:sp>
      <p:pic>
        <p:nvPicPr>
          <p:cNvPr id="18436" name="Picture 3">
            <a:extLst>
              <a:ext uri="{FF2B5EF4-FFF2-40B4-BE49-F238E27FC236}">
                <a16:creationId xmlns:a16="http://schemas.microsoft.com/office/drawing/2014/main" id="{C19DB829-A5F2-905B-32A5-59A702163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6B0CAEDB-6D33-E964-E163-7F061ADDA2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A5F81431-6938-6A8E-78DC-F1B90E51B82D}"/>
              </a:ext>
            </a:extLst>
          </p:cNvPr>
          <p:cNvSpPr txBox="1">
            <a:spLocks noChangeArrowheads="1"/>
          </p:cNvSpPr>
          <p:nvPr/>
        </p:nvSpPr>
        <p:spPr bwMode="auto">
          <a:xfrm>
            <a:off x="1285881" y="1703009"/>
            <a:ext cx="10143322" cy="409492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main objective of the Hostel Management System is to efficiently manage hostel operations such as student registration, room allocation, fee management, attendance tracking, and complaint handling.</a:t>
            </a:r>
          </a:p>
          <a:p>
            <a:pPr marL="344487"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aims to reduce manual work and paperwork by providing a centralized and user-friendly digital platform for managing all hostel-related activities.</a:t>
            </a:r>
          </a:p>
          <a:p>
            <a:pPr marL="344487"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also helps in maintaining accurate records, improving communication between students and administration, and ensuring smooth day-to-day hostel operations.</a:t>
            </a:r>
          </a:p>
        </p:txBody>
      </p:sp>
    </p:spTree>
    <p:extLst>
      <p:ext uri="{BB962C8B-B14F-4D97-AF65-F5344CB8AC3E}">
        <p14:creationId xmlns:p14="http://schemas.microsoft.com/office/powerpoint/2010/main" val="24094828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397CEB3E-4EB7-48C7-BAED-717A8949BD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INTRODUCTION</a:t>
            </a:r>
            <a:endParaRPr lang="en-US" altLang="en-US" sz="2800" b="1" dirty="0">
              <a:solidFill>
                <a:srgbClr val="FF0066"/>
              </a:solidFill>
              <a:cs typeface="Arial" panose="020B0604020202020204" pitchFamily="34" charset="0"/>
            </a:endParaRPr>
          </a:p>
        </p:txBody>
      </p:sp>
      <p:pic>
        <p:nvPicPr>
          <p:cNvPr id="18436" name="Picture 3">
            <a:extLst>
              <a:ext uri="{FF2B5EF4-FFF2-40B4-BE49-F238E27FC236}">
                <a16:creationId xmlns:a16="http://schemas.microsoft.com/office/drawing/2014/main" id="{EBDB400C-E378-4C6B-BA39-B59CD3A30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39B186D8-8EA8-8FF9-4988-1EE801161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75E57ACC-E139-DF37-7DE0-919C755A2BB5}"/>
              </a:ext>
            </a:extLst>
          </p:cNvPr>
          <p:cNvSpPr txBox="1">
            <a:spLocks noChangeArrowheads="1"/>
          </p:cNvSpPr>
          <p:nvPr/>
        </p:nvSpPr>
        <p:spPr bwMode="auto">
          <a:xfrm>
            <a:off x="2053885" y="2344582"/>
            <a:ext cx="8110298" cy="3043343"/>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693094B-B049-273C-A24B-97B637F467E5}"/>
              </a:ext>
            </a:extLst>
          </p:cNvPr>
          <p:cNvSpPr txBox="1"/>
          <p:nvPr/>
        </p:nvSpPr>
        <p:spPr>
          <a:xfrm>
            <a:off x="1554805" y="1806690"/>
            <a:ext cx="9647853" cy="3903954"/>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To develop a centralized and user-friendly </a:t>
            </a:r>
            <a:r>
              <a:rPr lang="en-US" sz="2400" b="1" dirty="0">
                <a:latin typeface="Times New Roman" panose="02020603050405020304" pitchFamily="18" charset="0"/>
                <a:cs typeface="Times New Roman" panose="02020603050405020304" pitchFamily="18" charset="0"/>
              </a:rPr>
              <a:t>Hostel Management System</a:t>
            </a:r>
            <a:r>
              <a:rPr lang="en-US" sz="2400" dirty="0">
                <a:latin typeface="Times New Roman" panose="02020603050405020304" pitchFamily="18" charset="0"/>
                <a:cs typeface="Times New Roman" panose="02020603050405020304" pitchFamily="18" charset="0"/>
              </a:rPr>
              <a:t> that streamlines the process of managing hostel-related activities—such as room allocation, student registration, attendance tracking, fee management, complaint handling, and record maintenance—in order to enhance efficiency, accuracy, and transparency while improving communication and overall management experience for both administrators and residents.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1884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246D2-318F-7E6C-6C31-358C56D19AF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DB29D92B-FA91-27B2-EAC0-A68260D0F2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ABSTRACT</a:t>
            </a:r>
          </a:p>
        </p:txBody>
      </p:sp>
      <p:pic>
        <p:nvPicPr>
          <p:cNvPr id="18436" name="Picture 3">
            <a:extLst>
              <a:ext uri="{FF2B5EF4-FFF2-40B4-BE49-F238E27FC236}">
                <a16:creationId xmlns:a16="http://schemas.microsoft.com/office/drawing/2014/main" id="{679E935B-2F3A-EAB6-7896-7CFA29A99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A13E8E1C-69CF-9793-585F-486B9BD9E4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628319-66EF-9DDA-2AEB-829A3826F184}"/>
              </a:ext>
            </a:extLst>
          </p:cNvPr>
          <p:cNvSpPr txBox="1">
            <a:spLocks noChangeArrowheads="1"/>
          </p:cNvSpPr>
          <p:nvPr/>
        </p:nvSpPr>
        <p:spPr bwMode="auto">
          <a:xfrm>
            <a:off x="1249434" y="1994045"/>
            <a:ext cx="10143322" cy="409492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lnSpc>
                <a:spcPct val="150000"/>
              </a:lnSpc>
              <a:spcBef>
                <a:spcPts val="325"/>
              </a:spcBef>
              <a:buClr>
                <a:srgbClr val="000000"/>
              </a:buClr>
              <a:buSzPct val="100000"/>
              <a:defRPr/>
            </a:pPr>
            <a:r>
              <a:rPr lang="en-US" sz="2400" dirty="0">
                <a:latin typeface="Times New Roman" panose="02020603050405020304" pitchFamily="18" charset="0"/>
                <a:cs typeface="Times New Roman" panose="02020603050405020304" pitchFamily="18" charset="0"/>
              </a:rPr>
              <a:t>The Hostel Management System is a digital platform designed to simplify and automate the process of managing hostel-related operations. Traditionally, hostel administration tasks such as room allocation, student records maintenance, fee collection, and complaint handling are performed manually, which can be time-consuming, error-prone, and inefficient as the number of residents increases.</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0628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EF973-D18F-9486-E687-9C37EBFB032E}"/>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DDFE1-3A77-859B-B2A7-9B7B8DDCFE37}"/>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ARCHITECTURE DIAGRAM</a:t>
            </a:r>
          </a:p>
        </p:txBody>
      </p:sp>
      <p:pic>
        <p:nvPicPr>
          <p:cNvPr id="18436" name="Picture 3">
            <a:extLst>
              <a:ext uri="{FF2B5EF4-FFF2-40B4-BE49-F238E27FC236}">
                <a16:creationId xmlns:a16="http://schemas.microsoft.com/office/drawing/2014/main" id="{CD4B4EC7-3992-327D-46CE-8B04D30A4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4B31C50C-F1FF-029A-8B70-7874E736CED2}"/>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1B68754-6B42-46FC-2DE8-1D09E1F6B1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6EE95238-42CD-13C1-F453-06D09D6C6E4E}"/>
              </a:ext>
            </a:extLst>
          </p:cNvPr>
          <p:cNvSpPr txBox="1">
            <a:spLocks noChangeArrowheads="1"/>
          </p:cNvSpPr>
          <p:nvPr/>
        </p:nvSpPr>
        <p:spPr bwMode="auto">
          <a:xfrm>
            <a:off x="373504" y="1739970"/>
            <a:ext cx="11452844" cy="5379287"/>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lnSpc>
                <a:spcPct val="200000"/>
              </a:lnSpc>
              <a:spcBef>
                <a:spcPts val="325"/>
              </a:spcBef>
              <a:buClr>
                <a:srgbClr val="000000"/>
              </a:buClr>
              <a:buSzPct val="100000"/>
              <a:defRPr/>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4A93C7-D71F-2993-FBD6-7F46B984322F}"/>
              </a:ext>
            </a:extLst>
          </p:cNvPr>
          <p:cNvPicPr>
            <a:picLocks noChangeAspect="1"/>
          </p:cNvPicPr>
          <p:nvPr/>
        </p:nvPicPr>
        <p:blipFill>
          <a:blip r:embed="rId5"/>
          <a:stretch>
            <a:fillRect/>
          </a:stretch>
        </p:blipFill>
        <p:spPr>
          <a:xfrm>
            <a:off x="2262772" y="1628798"/>
            <a:ext cx="7465991" cy="4791985"/>
          </a:xfrm>
          <a:prstGeom prst="rect">
            <a:avLst/>
          </a:prstGeom>
        </p:spPr>
      </p:pic>
    </p:spTree>
    <p:extLst>
      <p:ext uri="{BB962C8B-B14F-4D97-AF65-F5344CB8AC3E}">
        <p14:creationId xmlns:p14="http://schemas.microsoft.com/office/powerpoint/2010/main" val="182880814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602485" y="59501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3507652" y="1689272"/>
            <a:ext cx="5520910" cy="503066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571500" indent="-457200">
              <a:buAutoNum type="arabicPeriod"/>
            </a:pPr>
            <a:r>
              <a:rPr lang="en-US" sz="2400" b="1" dirty="0">
                <a:latin typeface="Times New Roman" panose="02020603050405020304" pitchFamily="18" charset="0"/>
                <a:cs typeface="Times New Roman" panose="02020603050405020304" pitchFamily="18" charset="0"/>
              </a:rPr>
              <a:t>Student Management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Register new students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Store student details (name, age, gender, course)</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571500" indent="-457200">
              <a:buAutoNum type="arabicPeriod"/>
            </a:pPr>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2. Room Management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Add and manage rooms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Set room type and capacity</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1587" indent="0"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65095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528669" y="59501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3749484" y="595014"/>
            <a:ext cx="8442516" cy="3935643"/>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a:endParaRPr lang="en-US" sz="2400" dirty="0">
              <a:latin typeface="Times New Roman" panose="02020603050405020304" pitchFamily="18" charset="0"/>
              <a:cs typeface="Times New Roman" panose="02020603050405020304" pitchFamily="18" charset="0"/>
            </a:endParaRPr>
          </a:p>
          <a:p>
            <a:pPr marL="1587" indent="0" algn="just"/>
            <a:endParaRPr lang="en-US" sz="2400" dirty="0">
              <a:latin typeface="Times New Roman" panose="02020603050405020304" pitchFamily="18" charset="0"/>
              <a:cs typeface="Times New Roman" panose="02020603050405020304" pitchFamily="18" charset="0"/>
            </a:endParaRPr>
          </a:p>
          <a:p>
            <a:pPr marL="1587" indent="0" algn="just"/>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3. Room Allocation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Assign rooms to students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Track room occupancy</a:t>
            </a:r>
          </a:p>
          <a:p>
            <a:pPr lvl="1"/>
            <a:r>
              <a:rPr lang="en-US" sz="2400" dirty="0">
                <a:latin typeface="Times New Roman" panose="02020603050405020304" pitchFamily="18" charset="0"/>
                <a:cs typeface="Times New Roman" panose="02020603050405020304" pitchFamily="18" charset="0"/>
              </a:rPr>
              <a:t>Manage users and books </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 4. Fees Management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Record student fee details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Update payment status (Paid/Pending)</a:t>
            </a:r>
            <a:endParaRPr lang="en-IN" altLang="en-US" sz="2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1604993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250B-8799-38C5-4410-495CEF25614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95E2A9B5-EBCB-CBCC-1329-4B153DDEC8F0}"/>
              </a:ext>
            </a:extLst>
          </p:cNvPr>
          <p:cNvSpPr>
            <a:spLocks noChangeArrowheads="1"/>
          </p:cNvSpPr>
          <p:nvPr/>
        </p:nvSpPr>
        <p:spPr bwMode="auto">
          <a:xfrm>
            <a:off x="2540929" y="474748"/>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p>
        </p:txBody>
      </p:sp>
      <p:pic>
        <p:nvPicPr>
          <p:cNvPr id="18436" name="Picture 3">
            <a:extLst>
              <a:ext uri="{FF2B5EF4-FFF2-40B4-BE49-F238E27FC236}">
                <a16:creationId xmlns:a16="http://schemas.microsoft.com/office/drawing/2014/main" id="{63F86ED2-2FEB-8EB8-E196-6D62774EF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E4A0C776-4283-FD8A-CAC8-529C7CBC66EA}"/>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6EEC11E-82EA-4175-A586-8579E9F96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76CE2B-E824-FB53-428A-6E967501B54E}"/>
              </a:ext>
            </a:extLst>
          </p:cNvPr>
          <p:cNvSpPr txBox="1">
            <a:spLocks noChangeArrowheads="1"/>
          </p:cNvSpPr>
          <p:nvPr/>
        </p:nvSpPr>
        <p:spPr bwMode="auto">
          <a:xfrm>
            <a:off x="3648474" y="1520457"/>
            <a:ext cx="5947964" cy="5209954"/>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14300" indent="0">
              <a:buNone/>
            </a:pPr>
            <a:r>
              <a:rPr lang="en-US" sz="2400" b="1" dirty="0">
                <a:latin typeface="Times New Roman" panose="02020603050405020304" pitchFamily="18" charset="0"/>
                <a:cs typeface="Times New Roman" panose="02020603050405020304" pitchFamily="18" charset="0"/>
              </a:rPr>
              <a:t>5. User Interface Module</a:t>
            </a:r>
          </a:p>
          <a:p>
            <a:pPr marL="114300" indent="0">
              <a:buNone/>
            </a:pPr>
            <a:r>
              <a:rPr lang="en-US" sz="2400" dirty="0">
                <a:latin typeface="Times New Roman" panose="02020603050405020304" pitchFamily="18" charset="0"/>
                <a:cs typeface="Times New Roman" panose="02020603050405020304" pitchFamily="18" charset="0"/>
              </a:rPr>
              <a:t>– Provide interactive dashboard using </a:t>
            </a:r>
            <a:r>
              <a:rPr lang="en-US" sz="2400" dirty="0" err="1">
                <a:latin typeface="Times New Roman" panose="02020603050405020304" pitchFamily="18" charset="0"/>
                <a:cs typeface="Times New Roman" panose="02020603050405020304" pitchFamily="18" charset="0"/>
              </a:rPr>
              <a:t>Streamlit</a:t>
            </a:r>
            <a:endParaRPr lang="en-US" sz="2400" dirty="0">
              <a:latin typeface="Times New Roman" panose="02020603050405020304" pitchFamily="18" charset="0"/>
              <a:cs typeface="Times New Roman" panose="02020603050405020304" pitchFamily="18" charset="0"/>
            </a:endParaRPr>
          </a:p>
          <a:p>
            <a:pPr marL="114300" indent="0">
              <a:buNone/>
            </a:pPr>
            <a:r>
              <a:rPr lang="en-US" sz="2400" dirty="0">
                <a:latin typeface="Times New Roman" panose="02020603050405020304" pitchFamily="18" charset="0"/>
                <a:cs typeface="Times New Roman" panose="02020603050405020304" pitchFamily="18" charset="0"/>
              </a:rPr>
              <a:t>– Input forms and navigation menu</a:t>
            </a: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6.  Database Management Module</a:t>
            </a:r>
          </a:p>
          <a:p>
            <a:pPr marL="114300" indent="0">
              <a:buNone/>
            </a:pPr>
            <a:r>
              <a:rPr lang="en-US" sz="2400" dirty="0">
                <a:latin typeface="Times New Roman" panose="02020603050405020304" pitchFamily="18" charset="0"/>
                <a:cs typeface="Times New Roman" panose="02020603050405020304" pitchFamily="18" charset="0"/>
              </a:rPr>
              <a:t>– Store data using SQLite</a:t>
            </a:r>
          </a:p>
          <a:p>
            <a:pPr marL="114300" indent="0">
              <a:buNone/>
            </a:pPr>
            <a:r>
              <a:rPr lang="en-US" sz="2400" dirty="0">
                <a:latin typeface="Times New Roman" panose="02020603050405020304" pitchFamily="18" charset="0"/>
                <a:cs typeface="Times New Roman" panose="02020603050405020304" pitchFamily="18" charset="0"/>
              </a:rPr>
              <a:t>– Perform CRUD operations</a:t>
            </a: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7. View Module</a:t>
            </a:r>
          </a:p>
          <a:p>
            <a:pPr marL="114300" indent="0">
              <a:buNone/>
            </a:pPr>
            <a:r>
              <a:rPr lang="en-US" sz="2400" dirty="0">
                <a:latin typeface="Times New Roman" panose="02020603050405020304" pitchFamily="18" charset="0"/>
                <a:cs typeface="Times New Roman" panose="02020603050405020304" pitchFamily="18" charset="0"/>
              </a:rPr>
              <a:t>– View student records</a:t>
            </a:r>
          </a:p>
          <a:p>
            <a:pPr marL="114300" indent="0">
              <a:buNone/>
            </a:pPr>
            <a:r>
              <a:rPr lang="en-US" sz="2400" dirty="0">
                <a:latin typeface="Times New Roman" panose="02020603050405020304" pitchFamily="18" charset="0"/>
                <a:cs typeface="Times New Roman" panose="02020603050405020304" pitchFamily="18" charset="0"/>
              </a:rPr>
              <a:t>– Display stored data (rooms, fees, allocation)</a:t>
            </a:r>
            <a:endParaRPr lang="en-IN" altLang="en-US" sz="2400" dirty="0">
              <a:latin typeface="Times New Roman" panose="02020603050405020304" pitchFamily="18" charset="0"/>
              <a:cs typeface="Times New Roman" pitchFamily="18" charset="0"/>
            </a:endParaRPr>
          </a:p>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3765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1BFD-7ACB-403F-BA28-907CAA2AE2CA}"/>
              </a:ext>
            </a:extLst>
          </p:cNvPr>
          <p:cNvSpPr>
            <a:spLocks noGrp="1"/>
          </p:cNvSpPr>
          <p:nvPr>
            <p:ph type="title"/>
          </p:nvPr>
        </p:nvSpPr>
        <p:spPr/>
        <p:txBody>
          <a:bodyPr>
            <a:normAutofit/>
          </a:bodyPr>
          <a:lstStyle/>
          <a:p>
            <a:r>
              <a:rPr lang="en-US" sz="2800" b="1" dirty="0">
                <a:solidFill>
                  <a:srgbClr val="FF0066"/>
                </a:solidFill>
              </a:rPr>
              <a:t>                                              </a:t>
            </a: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b="1" dirty="0">
              <a:solidFill>
                <a:srgbClr val="FF0066"/>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8602051-137B-30D0-9449-75D2D8DC92DA}"/>
              </a:ext>
            </a:extLst>
          </p:cNvPr>
          <p:cNvPicPr>
            <a:picLocks noGrp="1" noChangeAspect="1"/>
          </p:cNvPicPr>
          <p:nvPr>
            <p:ph idx="1"/>
          </p:nvPr>
        </p:nvPicPr>
        <p:blipFill>
          <a:blip r:embed="rId2"/>
          <a:stretch>
            <a:fillRect/>
          </a:stretch>
        </p:blipFill>
        <p:spPr>
          <a:xfrm>
            <a:off x="2261650" y="1814993"/>
            <a:ext cx="8541029" cy="4351338"/>
          </a:xfrm>
          <a:prstGeom prst="rect">
            <a:avLst/>
          </a:prstGeom>
        </p:spPr>
      </p:pic>
    </p:spTree>
    <p:extLst>
      <p:ext uri="{BB962C8B-B14F-4D97-AF65-F5344CB8AC3E}">
        <p14:creationId xmlns:p14="http://schemas.microsoft.com/office/powerpoint/2010/main" val="5797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690F-8578-4EB6-99A7-A5D281AE9B0D}"/>
              </a:ext>
            </a:extLst>
          </p:cNvPr>
          <p:cNvSpPr>
            <a:spLocks noGrp="1"/>
          </p:cNvSpPr>
          <p:nvPr>
            <p:ph type="title"/>
          </p:nvPr>
        </p:nvSpPr>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7F24CB5-99D8-5522-2063-D9AD32D2D99F}"/>
              </a:ext>
            </a:extLst>
          </p:cNvPr>
          <p:cNvSpPr>
            <a:spLocks noGrp="1"/>
          </p:cNvSpPr>
          <p:nvPr>
            <p:ph idx="1"/>
          </p:nvPr>
        </p:nvSpPr>
        <p:spPr>
          <a:xfrm>
            <a:off x="1537969" y="1869353"/>
            <a:ext cx="9427650" cy="4351338"/>
          </a:xfrm>
        </p:spPr>
        <p:txBody>
          <a:bodyPr/>
          <a:lstStyle/>
          <a:p>
            <a:endParaRPr lang="en-IN"/>
          </a:p>
        </p:txBody>
      </p:sp>
      <p:pic>
        <p:nvPicPr>
          <p:cNvPr id="6" name="Picture 5">
            <a:extLst>
              <a:ext uri="{FF2B5EF4-FFF2-40B4-BE49-F238E27FC236}">
                <a16:creationId xmlns:a16="http://schemas.microsoft.com/office/drawing/2014/main" id="{8766D019-3793-76C2-5A79-3E7AEDF46A95}"/>
              </a:ext>
            </a:extLst>
          </p:cNvPr>
          <p:cNvPicPr>
            <a:picLocks noChangeAspect="1"/>
          </p:cNvPicPr>
          <p:nvPr/>
        </p:nvPicPr>
        <p:blipFill>
          <a:blip r:embed="rId2"/>
          <a:stretch>
            <a:fillRect/>
          </a:stretch>
        </p:blipFill>
        <p:spPr>
          <a:xfrm>
            <a:off x="1486578" y="1781896"/>
            <a:ext cx="9479041" cy="4438795"/>
          </a:xfrm>
          <a:prstGeom prst="rect">
            <a:avLst/>
          </a:prstGeom>
        </p:spPr>
      </p:pic>
    </p:spTree>
    <p:extLst>
      <p:ext uri="{BB962C8B-B14F-4D97-AF65-F5344CB8AC3E}">
        <p14:creationId xmlns:p14="http://schemas.microsoft.com/office/powerpoint/2010/main" val="455096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C72EDC-8B3E-414F-B1B9-CBECEC85B0F8}"/>
              </a:ext>
            </a:extLst>
          </p:cNvPr>
          <p:cNvSpPr>
            <a:spLocks noGrp="1"/>
          </p:cNvSpPr>
          <p:nvPr>
            <p:ph type="title"/>
          </p:nvPr>
        </p:nvSpPr>
        <p:spPr>
          <a:xfrm>
            <a:off x="838199" y="339256"/>
            <a:ext cx="10515600" cy="848139"/>
          </a:xfrm>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43FEBB58-977F-DEFD-E803-436CDCE51DAA}"/>
              </a:ext>
            </a:extLst>
          </p:cNvPr>
          <p:cNvPicPr>
            <a:picLocks noGrp="1" noChangeAspect="1"/>
          </p:cNvPicPr>
          <p:nvPr>
            <p:ph idx="1"/>
          </p:nvPr>
        </p:nvPicPr>
        <p:blipFill>
          <a:blip r:embed="rId2"/>
          <a:stretch>
            <a:fillRect/>
          </a:stretch>
        </p:blipFill>
        <p:spPr>
          <a:xfrm>
            <a:off x="1847210" y="1687402"/>
            <a:ext cx="9007942" cy="4351338"/>
          </a:xfrm>
          <a:prstGeom prst="rect">
            <a:avLst/>
          </a:prstGeom>
        </p:spPr>
      </p:pic>
    </p:spTree>
    <p:extLst>
      <p:ext uri="{BB962C8B-B14F-4D97-AF65-F5344CB8AC3E}">
        <p14:creationId xmlns:p14="http://schemas.microsoft.com/office/powerpoint/2010/main" val="80212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1A35C6-C0FA-4014-962A-FD5F1A8E725A}"/>
              </a:ext>
            </a:extLst>
          </p:cNvPr>
          <p:cNvSpPr>
            <a:spLocks noGrp="1"/>
          </p:cNvSpPr>
          <p:nvPr>
            <p:ph type="title"/>
          </p:nvPr>
        </p:nvSpPr>
        <p:spPr>
          <a:xfrm>
            <a:off x="838199" y="278296"/>
            <a:ext cx="10515600" cy="954158"/>
          </a:xfrm>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3C6EC434-027F-FE5E-B4EA-976A5C2003A3}"/>
              </a:ext>
            </a:extLst>
          </p:cNvPr>
          <p:cNvPicPr>
            <a:picLocks noGrp="1" noChangeAspect="1"/>
          </p:cNvPicPr>
          <p:nvPr>
            <p:ph idx="1"/>
          </p:nvPr>
        </p:nvPicPr>
        <p:blipFill>
          <a:blip r:embed="rId2"/>
          <a:stretch>
            <a:fillRect/>
          </a:stretch>
        </p:blipFill>
        <p:spPr>
          <a:xfrm>
            <a:off x="1724586" y="1825625"/>
            <a:ext cx="8742827" cy="4351338"/>
          </a:xfrm>
          <a:prstGeom prst="rect">
            <a:avLst/>
          </a:prstGeom>
        </p:spPr>
      </p:pic>
    </p:spTree>
    <p:extLst>
      <p:ext uri="{BB962C8B-B14F-4D97-AF65-F5344CB8AC3E}">
        <p14:creationId xmlns:p14="http://schemas.microsoft.com/office/powerpoint/2010/main" val="3800729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EEF-CBE2-442D-8960-CC76AFB831F9}"/>
              </a:ext>
            </a:extLst>
          </p:cNvPr>
          <p:cNvSpPr>
            <a:spLocks noGrp="1"/>
          </p:cNvSpPr>
          <p:nvPr>
            <p:ph type="title"/>
          </p:nvPr>
        </p:nvSpPr>
        <p:spPr>
          <a:xfrm>
            <a:off x="838199" y="174293"/>
            <a:ext cx="10515600" cy="1325563"/>
          </a:xfrm>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p>
        </p:txBody>
      </p:sp>
      <p:pic>
        <p:nvPicPr>
          <p:cNvPr id="6" name="Content Placeholder 5">
            <a:extLst>
              <a:ext uri="{FF2B5EF4-FFF2-40B4-BE49-F238E27FC236}">
                <a16:creationId xmlns:a16="http://schemas.microsoft.com/office/drawing/2014/main" id="{89BA8146-9AF9-7730-579D-4F5600922959}"/>
              </a:ext>
            </a:extLst>
          </p:cNvPr>
          <p:cNvPicPr>
            <a:picLocks noGrp="1" noChangeAspect="1"/>
          </p:cNvPicPr>
          <p:nvPr>
            <p:ph idx="1"/>
          </p:nvPr>
        </p:nvPicPr>
        <p:blipFill>
          <a:blip r:embed="rId2"/>
          <a:stretch>
            <a:fillRect/>
          </a:stretch>
        </p:blipFill>
        <p:spPr>
          <a:xfrm>
            <a:off x="1813731" y="1825625"/>
            <a:ext cx="8564538" cy="4351338"/>
          </a:xfrm>
          <a:prstGeom prst="rect">
            <a:avLst/>
          </a:prstGeom>
        </p:spPr>
      </p:pic>
    </p:spTree>
    <p:extLst>
      <p:ext uri="{BB962C8B-B14F-4D97-AF65-F5344CB8AC3E}">
        <p14:creationId xmlns:p14="http://schemas.microsoft.com/office/powerpoint/2010/main" val="2150266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6D3A-E476-AAA4-585C-B479A088FDDC}"/>
              </a:ext>
            </a:extLst>
          </p:cNvPr>
          <p:cNvSpPr>
            <a:spLocks noGrp="1"/>
          </p:cNvSpPr>
          <p:nvPr>
            <p:ph type="title"/>
          </p:nvPr>
        </p:nvSpPr>
        <p:spPr/>
        <p:txBody>
          <a:bodyPr>
            <a:normAutofit/>
          </a:bodyPr>
          <a:lstStyle/>
          <a:p>
            <a:pPr algn="ctr"/>
            <a:r>
              <a:rPr lang="en-IN" sz="2800" b="1" dirty="0">
                <a:solidFill>
                  <a:srgbClr val="FF0066"/>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5F62496-42A5-5C4E-A502-41A397211D2A}"/>
              </a:ext>
            </a:extLst>
          </p:cNvPr>
          <p:cNvSpPr>
            <a:spLocks noGrp="1"/>
          </p:cNvSpPr>
          <p:nvPr>
            <p:ph idx="1"/>
          </p:nvPr>
        </p:nvSpPr>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project provides a simple and efficient way to manage hostel activities through a centralized digital system, improving overall administrative convenience. Integration with a structured database ensures quick and accurate handling of hostel details such as room allocation, student records, fee management, and complaints. The system makes hostel management easier for administrators and residents, especially those with limited technical knowledge, by offering a user-friendly and interactive interface.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979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BFEF435-967B-EF5D-0BCF-EFD36F1AE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1417</TotalTime>
  <Words>495</Words>
  <Application>Microsoft Office PowerPoint</Application>
  <PresentationFormat>Widescreen</PresentationFormat>
  <Paragraphs>82</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PRESENTATION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IMPLEMENTATION</vt:lpstr>
      <vt:lpstr>IMPLEMENTATION</vt:lpstr>
      <vt:lpstr>IMPLEMENTATION</vt:lpstr>
      <vt:lpstr>IMPLEMENTATION</vt:lpstr>
      <vt:lpstr>IMPLEMENTATION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Matheswaran P</dc:creator>
  <cp:lastModifiedBy>Raghul K</cp:lastModifiedBy>
  <cp:revision>37</cp:revision>
  <dcterms:created xsi:type="dcterms:W3CDTF">2023-12-21T13:31:05Z</dcterms:created>
  <dcterms:modified xsi:type="dcterms:W3CDTF">2026-05-05T13:54:46Z</dcterms:modified>
</cp:coreProperties>
</file>